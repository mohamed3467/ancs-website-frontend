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ANCS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عرض تقديمي يشرح نظام ANCS لتهيئة وإدارة الشبكات مع نقاط القوة، التكامل مع GNS3، وشاشات المشروع المهمة.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  <a:latin typeface="Calibri"/>
              </a:defRPr>
            </a:pPr>
            <a:r>
              <a:t>What is ANCS?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863840" cy="3657600"/>
          </a:xfrm>
          <a:prstGeom prst="rect">
            <a:avLst/>
          </a:prstGeom>
          <a:noFill/>
        </p:spPr>
        <p:txBody>
          <a:bodyPr wrap="square" bIns="101600" tIns="101600" lIns="101600" rIns="10160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ANCS is an Autonomous Network Configuration &amp; Orchestration System that helps engineers automate router and switch configuration, manage multi-vendor devices, and use AI guidance for network operations.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The platform is designed for modern network labs, educational projects, and real-world multi-vendor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  <a:latin typeface="Calibri"/>
              </a:defRPr>
            </a:pPr>
            <a:r>
              <a:t>The problem ANCS solves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863840" cy="3657600"/>
          </a:xfrm>
          <a:prstGeom prst="rect">
            <a:avLst/>
          </a:prstGeom>
          <a:noFill/>
        </p:spPr>
        <p:txBody>
          <a:bodyPr wrap="square" bIns="101600" tIns="101600" lIns="101600" rIns="10160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Traditional network configuration is slow, error-prone, and difficult to maintain across many devices.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ANCS reduces manual mistakes by automating configuration generation, validation, and deployment.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It also makes device management easier in GNS3 labs and multi-vendor networks.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  <a:latin typeface="Calibri"/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863840" cy="3657600"/>
          </a:xfrm>
          <a:prstGeom prst="rect">
            <a:avLst/>
          </a:prstGeom>
          <a:noFill/>
        </p:spPr>
        <p:txBody>
          <a:bodyPr wrap="square" bIns="101600" tIns="101600" lIns="101600" rIns="10160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Guided Configuration Wizards for VLANs, OSPF, EIGRP, DHCP, ACLs, and more.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Deep GNS3 integration for topology discovery and device control.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AI Copilot for network discovery, troubleshooting, and auditing.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Support for SSH, Telnet, multi-vendor devices, and bulk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  <a:latin typeface="Calibri"/>
              </a:defRPr>
            </a:pPr>
            <a:r>
              <a:t>Site Screenshots</a:t>
            </a:r>
          </a:p>
        </p:txBody>
      </p:sp>
      <p:pic>
        <p:nvPicPr>
          <p:cNvPr id="3" name="Picture 2" descr="site-screenshot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4114800" cy="4468761"/>
          </a:xfrm>
          <a:prstGeom prst="rect">
            <a:avLst/>
          </a:prstGeom>
        </p:spPr>
      </p:pic>
      <p:pic>
        <p:nvPicPr>
          <p:cNvPr id="4" name="Picture 3" descr="site-screenshot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463040"/>
            <a:ext cx="4114800" cy="158043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  <a:latin typeface="Calibri"/>
              </a:defRPr>
            </a:pPr>
            <a:r>
              <a:t>Final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863840" cy="3657600"/>
          </a:xfrm>
          <a:prstGeom prst="rect">
            <a:avLst/>
          </a:prstGeom>
          <a:noFill/>
        </p:spPr>
        <p:txBody>
          <a:bodyPr wrap="square" bIns="101600" tIns="101600" lIns="101600" rIns="10160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ANCS makes network automation easier, faster, and more reliable.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The platform is ideal for graduation project presentations and practical network lab demonstrations.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this file as a complete overview of the website, the project goals, and the delivered 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